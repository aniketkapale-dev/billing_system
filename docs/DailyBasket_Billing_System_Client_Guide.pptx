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DailyBasket Billing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Complete Business Flow Guide</a:t>
            </a:r>
            <a:br/>
            <a:r>
              <a:t>For Shop Owners &amp; Staff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This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A complete shop management solution for your retail business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Helps you manage products, stock, customers, suppliers, and billing — all in one place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Designed for daily use: from receiving goods to printing customer invoices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No technical knowledge needed — just follow the menus on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Example business: DailyBasket (your shop name appears on all invoices)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A — Getting Started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Step 1: Login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Open the website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Go to your billing system URL and sign in with your username and password.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Select your business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If you manage more than one shop, choose the active business (e.g. DailyBasket).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View the Dashboard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See a quick summary — recent activity, stock alerts, and shortcuts to common tasks.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Use the side menu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Navigate to Products, Customers, Stock In, Create Invoice, Settings, and 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Step 2: Initial Setup (Settings)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Business Profile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Add shop name, address, mobile number, email, and GST details — these appear on printed invoices.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Invoice Settings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Set invoice prefix, terms &amp; conditions, and default notes for customer bills.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Tax Settings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Configure GST rates (CGST, SGST, IGST) as per your business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Barcode Setup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Generate one barcode per product (SKU). Used for quick scanning during stock-in and billing.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B — Master Data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Step 3: Add Product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Go to Categories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Open the Categories section from the inventory menu.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Create a category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Enter category name (e.g. Hair Care, Skin Care, Groceries).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Save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Categories help you organize products and filter reports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Step 4: Add Products to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Go to Products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Open the Products page from the side menu.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Click Add Product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Fill in product name, SKU number, category, unit, and MRP.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Set pricing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Enter MRP (Maximum Retail Price) and optional salon/selling 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Generate barcode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Each product gets one unique barcode — used for scanning and labels.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Save product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Product is now ready for stock-in and sales. Stock quantity starts at zero until you receive goods.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Step 5: Add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Go to Customers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Open the Customers section.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Click Add Customer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Enter customer name, mobile number, and 6-digit PIN code (required).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Company details (optional)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If the customer is a business, add company name, company mobile, and email.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Address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Add billing/delivery address for invoices.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Save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Customer appears in the list — select them when creating a sale invoice.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Step 6: Add Vendors (Suppliers)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Go to Vendors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Open the Vendors section.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Add supplier details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Enter vendor name, contact number, and address.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Save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Vendors are selected when you record stock received from suppliers (Stock In).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C — Stock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Understanding Stock &amp; Batches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Stock = how many units of each product you currently have in the shop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Every time you receive goods (Stock In), the system adds stock automatically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Batch = a group of items received together at one cost price on one date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Batch number is auto-generated (date + vendor + cost) — helps track different purchase prices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When you sell, the system uses oldest stock first (FIFO) — fair and accurate costing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Step 7: Stock In (Receive Goods from Supplier)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Go to Stock In / Purchases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Open the page where you record incoming inventory.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Select vendor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Choose which supplier delivered the goods.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Add invoice details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Enter supplier invoice number and 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Add product lines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For each item: select product, enter quantity, cost price with tax, and MRP.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Barcode auto-fills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If the product has a barcode, it appears automatically. Generate one if missing.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Batch number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Created automatically when you enter vendor and cost — or edit manually if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978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97879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Save Stock In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Stock increases immediately. Each line creates a new batch for tracking.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D — Sales &amp; Billing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Step 8: Create Sale Invoice (Sell to Customer)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Go to Create Invoice / Sales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Open the sales billing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Select customer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Choose from your customer list or add a walk-in customer.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Add products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Search by name or scan barcode. Enter quantity for each item.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Pricing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System shows MRP and salon price. Adjust discount if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Review totals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See subtotal, GST breakdown (CGST/SGST/IGST), and grand total.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Payment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Record amount paid — full or partial. Pending balance is tracked automatically.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978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97879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Save invoice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Stock decreases automatically (oldest batches used first). Invoice number is generated.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Step 9: Print &amp; Share Invoice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Open saved invoice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Find the invoice in the sales list and click to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Print Preview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See exactly how the invoice will look on paper — shop details, customer info, item list, GST, total.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Edit Terms &amp; Conditions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Customize terms for this invoice before printing (optional).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Print or Download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Print for customer or save as PDF for WhatsApp/email.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Company customers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Invoice shows company name, mobile (Mob. No.), and email when available.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E — Barcode &amp; Labels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Step 10: Barcode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One barcode per product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Each SKU has exactly one barcode — no duplicates allowed.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Generate from Settings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Go to Settings → Barcode → select product → Generate.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Generate during Stock In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If a product has no barcode, the system prompts you to create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Reprint labels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Go to Reprint tab → select SKU → print barcode label for shelf/packaging.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Delete protection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Barcode cannot be deleted if the product was used on any purchase invoice.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F — Daily Workflow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Typical Day — Start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Morning: Check Dashboard for low-stock alerts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Receive delivery: Stock In → select vendor → add items → save (stock updated)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Customer walk-in: Create Invoice → add products → take payment → print bill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End of day: Review sales list, check pending payments from customers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Weekly: Review product list, update MRP if supplier prices changed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Products &amp; Categories — Organize your entire catalog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Stock In — Record purchases from suppliers, auto batch tracking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Create Invoice — Bill customers with GST, discounts, partial payments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Customers — Store contact, PIN code, company details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Vendors — Track who supplies your goods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Barcodes — Scan, print, and reprint product labels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Print Preview — Professional invoices with editable terms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FIFO Stock — Accurate inventory when costs vary by batch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Important Terms (Simple Glossary)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SKU — Your internal product code / item number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MRP — Maximum Retail Price printed on the product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Salon Price — Your actual selling price (may differ from MRP)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Batch — One receipt of stock at a specific cost and date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Stock In — Buying from supplier (stock goes UP)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Sale / Invoice — Selling to customer (stock goes DOWN)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GST — Tax shown separately on invoice (CGST + SGST or IGST)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Pending Bill — Amount customer still owes you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DailyBasket Billing System</a:t>
            </a:r>
            <a:br/>
            <a:r>
              <a:t>Your complete shop management partner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