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e-Way Bill Integration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How to generate e-Way Bills after invoice creation</a:t>
            </a:r>
            <a:br/>
            <a:r>
              <a:t>DailyBasket Billing System — R&amp;D &amp; Recommended Approach</a:t>
            </a:r>
            <a:br/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1828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Page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Page 1 — What Is an e-Way Bill &amp; When Is It Required?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An e-Way Bill (EWB) is a GST document required when goods move by road/rail/air/ship. It is issued electronically on the NIC/GSTN portal and must be carried by the person in charge of the vehicle.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When mandatory (Rule 138, CGST Rules):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Consignment value exceeds ₹50,000 (including tax) for supply or other movement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Applies to inter-state movement at ₹50,000; intra-state limits vary by state (often ₹50,000–₹1,00,000)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Can be generated voluntarily below ₹50,000 if the business chooses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What the printed e-Way Bill contains (as in your sample):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EWB number, QR code, generated date, valid upto date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Supplier (From) &amp; recipient (To) GSTIN, name, state, dispatch/ship-to address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Document type &amp; invoice number, transport mode, distance, transaction type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Line items: HSN, product description, quantity, taxable value, tax rate (CGST/SGST/IGST)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Not required when: only services (no goods movement), exempt goods, or specific notified exceptions.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893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Official docs: docs.ewaybillgst.gov.in | ewaybillgst.gov.in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1828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Page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Page 2 — Prerequisites &amp; Requirements (Before Integration)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A. Business / legal prerequisites: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Active GSTIN registered on e-Way Bill portal (ewaybillgst.gov.in)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Portal login credentials (username + password) for API authentication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API access: enroll as taxpayer for API on portal OR sign up with a licensed GSP (e.g. MasterGST, ClearTax)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Sandbox testing credentials before going live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B. Master data your billing system must store: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Business: GSTIN, legal name, address, state code, pin code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Customer: GSTIN (B2B), billing &amp; shipping address, state, pin code, place of supply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Product: HSN code (mandatory — EWB cannot be generated with only SAC/service codes)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Invoice: finalized invoice no., date, line qty, taxable value, tax split (CGST/SGST/IGST)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C. Transport details (Part B of EWB-01):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Mode: Road / Rail / Air / Ship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Approx. distance (km) — validated against pin-to-pin distance (±10% rule)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Vehicle number OR transporter ID (if goods handed to transporter)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D. Current system gaps (DailyBasket today):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Transport / cartons / e-Way Bill no. are print-only fields in browser localStorage — not saved in database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No HSN on products, no API integration, no EWB PDF/QR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893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Blocked GSTIN (non-filing) will reject e-Way Bill generation at API level.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1828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Page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Page 3 — Recommended Approach (R&amp;D Summary)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Three integration options evaluated: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Option A — Direct NIC/GSTN API (docs.ewaybillgst.gov.in)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Site-to-site integration; full control; no per-call GSP fee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Complex: encrypted auth, app key, token refresh, strict validations (2025 rules)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Best for large ERP vendors with dedicated compliance team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Option B — GSP / ASP provider (RECOMMENDED for DailyBasket)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Licensed providers (MasterGST, ClearTax, etc.) expose REST JSON APIs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Faster integration, sandbox, error dashboards, usage billing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Your Django backend calls GSP → GSP calls GSTN → returns EWB no. + QR data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Option C — Generate via e-Invoice IRN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If invoice is e-invoiced (IRN generated), EWB can be created from same IRN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Only applicable if business is under e-invoicing mandate (turnover threshold)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Recommended phased plan: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Phase 1: Add HSN, pin codes, persist transport/EWB fields on invoice (DB)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Phase 2: Backend service + GSP API — Generate EWB from finalized sale invoice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Phase 3: UI button on invoice + print/download EWB PDF with QR code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Phase 4 (optional): Part-B update, cancel, extend validity, consolidated EWB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893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Recommended: Option B (GSP) — best balance of speed, compliance, and maintainability.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1828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Page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Page 4 — Proposed User Flow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Proposed flow after implementation: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1. User creates &amp; finalizes GST invoice (Create Invoice page — already exists)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2. System checks: goods invoice, value ≥ ₹50,000 (or user chooses), HSN present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3. User clicks “Generate e-Way Bill” on invoice row / invoice detail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4. Modal collects: transport mode, distance, vehicle no. or transporter ID, ship-to if different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5. Backend builds EWB payload from invoice + business + customer data → calls GSP API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6. On success: save EWB no., valid upto, QR; show on invoice print; download/print EWB PDF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7. On failure: show GSTN error (invalid GSTIN, distance, missing HSN, blocked taxpayer)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Technical architecture (clean layers):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apps/ewaybill/ — models (EwayBillRecord), service, GSP client, serializers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POST /api/purchases/{id}/generate-ewaybill/ — controller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purchases.js — button + modal; document-export.js — EWB section on print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Immediate action items: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1. Confirm: Is business under e-invoicing? Choose GSP vendor &amp; get sandbox keys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2. Add HSN field to Product model + mandatory validation for EWB-eligible sales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3. Move transport/EWB fields from localStorage to Purchase model</a:t>
            </a:r>
          </a:p>
          <a:p>
            <a:pPr lvl="1"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4. Pilot in sandbox with 2–3 test invoices before production API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893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t>Est. effort: Phase 1 (data model) ~3–5 days | Phase 2–3 (API + UI) ~2–3 weeks with GSP sandbox.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