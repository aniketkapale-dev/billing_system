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DailyBasket Billing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QA / Tester Guide</a:t>
            </a:r>
            <a:br/>
            <a:r>
              <a:t>Developer Perspective — Validations, Flows, Restrictions &amp; Test Scenarios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Document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Complete testing reference for QA engineers and testers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Covers every module: API endpoints, UI flows, validations, and business rules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Includes expected error messages, restrictions, edge cases, and test case IDs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Stack: Django REST API + JWT auth + JavaScript frontend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All business APIs require: JWT token + X-Business-Id header + tab permission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 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Base URL: http://127.0.0.1:8000 (local dev)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Login page: /login/  |  Register: /register/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Dashboard: /dashboard/ (after login as Business Owner/Staff)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API prefix: /api/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Required headers for business APIs:</a:t>
            </a:r>
          </a:p>
          <a:p>
            <a:pPr lvl="1"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Authorization: Bearer &lt;access_token&gt;</a:t>
            </a:r>
          </a:p>
          <a:p>
            <a:pPr lvl="1"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X-Business-Id: &lt;active_business_id&gt;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Roles: Super Admin (platform) | Business Owner | Business Staff (tab-limited)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Staff access controlled by role → allowed_tabs (menu permissions)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 Authentication &amp; Access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Auth API Endpoints — /api/auth/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85039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/register/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Business owner registration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/login/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Login via email OR 10-digit mobile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/logout/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Client-side token discard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/refresh/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Refresh access token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/forgot-password/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Stub — no email sent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/reset-password/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Reset via JWT reset token (15 min)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/change-password/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Change password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GET/PATCH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/me/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JWT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Profile read/update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Auth — Field Validations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Register: full_name (required, max 150), mobile (required, 10 digits, unique)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Register: email (optional, valid format, unique), password (min 8 chars)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Login: field named 'email' accepts email OR 10-digit mobile + password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Change password: current_password + new_password (min 8)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Profile update: full_name non-empty if sent; mobile/email unique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Auth — Business Rules &amp; Restrictions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New registration → is_active=false until Super Admin approval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Login with inactive account → BLOCKED with approval-wait message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Login ID: 10-digit numeric → mobile lookup; else → email (case-insensitive)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JWT refresh requires non-empty refresh token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Frontend: login clears tokens on page load/back-navigation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Post-login routing: Super Admin → /superadmin/ | Business user → /dashboard/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6364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16161"/>
                </a:solidFill>
              </a:defRPr>
            </a:pPr>
            <a:r>
              <a:t>Expected errors: 'Invalid email/mobile or password.' | 'Password must be at least 8 characters.'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 Cases —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TC-1: Register with valid data → account inactive → login fails until approved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TC-2: Login with 10-digit mobile vs email — both must work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TC-3: Password with 7 chars → FAIL 'Password must be at least 8 characters.'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TC-4: Duplicate mobile on register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TC-5: Wrong current password on change → FAIL 'Current password is incorrect.'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TC-6: Access /api/products/ without JWT → 401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TC-7: Access with JWT but missing X-Business-Id → business error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2. Business Profile &amp; Settings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Business API — /api/businesses/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8503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List owner's businesses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Create business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GET/PUT/PATCH/DELETE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CRUD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Business Profile — Validations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business_name: REQUIRED, unique per owner (active records)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phone: optional → if set, exactly 10 digits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email: optional, Django email validator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gst_number, address: optional, trimmed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logo: file upload; clear_logo=true removes logo on update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Frontend error: 'Business name is required.' | 'No active business selected.'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Settings APIs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8503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 Route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 Permission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/api/settings/taxes/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settings-tax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/api/settings/invoice-settings/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settings-invoice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Barcode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/api/settings/barcodes/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settings-barcode (+ stock-in, products)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Tax Settings — Validations &amp;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key: REQUIRED, max 100, unique per business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value: REQUIRED, 0–100 (decimal)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is_active: boolean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Errors: 'A tax with this key already exists.' | 'Tax value must be between 0 and 100.'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Soft delete + POST /&lt;id&gt;/restore/ supported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Invoice Settings — Validations &amp;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year: REQUIRED, 2000–2100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prefix, suffix: optional max 50; combo unique per business+year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counter: integer ≥ 0; sets current_counter on create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end_counter: date — series valid while end_counter &gt;= today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terms_conditions: optional text; qr_image upload; clear_qr=true removes QR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Invoice number format: {prefix}/{counter}/{suffix} (empty parts omitted)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On sale finalize: current_counter incremented atomically (select_for_update)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Series rollover: if expired → auto year+1 series (max year 2100)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6364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16161"/>
                </a:solidFill>
              </a:defRPr>
            </a:pPr>
            <a:r>
              <a:t>Error: 'Invoice settings with this year, prefix, and suffix already exist.'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 Cases —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TC-1: Create tax with value 101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TC-2: Duplicate tax key same business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TC-3: Create invoice setting year 2026, prefix INV → verify number format on sale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TC-4: Finalize sale → counter increments by 1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TC-5: Set end_counter in past → verify series rollover on next sale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TC-6: Upload QR image on invoice setting → appears on print preview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3. Catalog Master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Catalog APIs — /api/catalog/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85039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Resource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Unique (per business)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/units/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products-units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name, short_name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/categories/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products-categories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Brands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/brands/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products-brands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Manufacturers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/manufacturers/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Vendors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/vendors/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stock-in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Payment 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/payment-types/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purchases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Catalog — Validations (All Entities)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All: name REQUIRED; max 150 chars (Unit name 100, short_name 20)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Unit: name + short_name both required and unique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Vendor: name required — used in Stock In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Payment type: name required — used in Sales payments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All support: GET/POST list, GET/PUT/PATCH/DELETE detail, POST /&lt;id&gt;/restore/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Soft delete: is_deleted=true, is_active=false; default lists exclude deleted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include_deleted=true query param shows soft-deleted rows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 Cases —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TC-1: Create duplicate category name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TC-2: Create unit with duplicate short_name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TC-3: Soft delete vendor → restore → verify reappears in Stock In dropdown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TC-4: Staff without products-categories tab → 403 on category API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TC-5: Create vendor from Stock In quick-add modal → name required validation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4. Products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Products API — /api/products/  (Tab: products)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85039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Filters: category_id, unit_id, search, ordering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Create product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/next-sku/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Auto SKU: SKU-000001 pattern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GET/PUT/PATCH/DELETE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CRUD — soft delete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Products — Field Validations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name: required, max 150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sku: required on create, max 50, UNIQUE per business (non-deleted)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category_id: REQUIRED on create — active, same business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unit_id: REQUIRED on create — FK PROTECT (cannot delete unit in use)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actual_price, mrp, sale_price: min 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purchase_price: READ-ONLY — computed as actual_price × (1 + tax_rate/100)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quantity (opening stock): min 0; if &gt; 0 → actual_price must be &gt; 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brand_id, manufacturer_id, tax_id, tax_ids: optional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Products — Business Rules &amp; Restrictions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Opening stock &gt; 0 → creates OPEN batch + inventory stock record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SKU auto-gen: SKU-###### if empty on update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PRODUCT WITH SALES LOCK: if product appears on any sale (PurchaseItem qty &gt; 0):</a:t>
            </a:r>
          </a:p>
          <a:p>
            <a:pPr lvl="1"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→ Edit allowed ONLY for mrp and sale_price fields</a:t>
            </a:r>
          </a:p>
          <a:p>
            <a:pPr lvl="1"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→ Delete BLOCKED — UI hides edit/delete; API returns error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Quantity increase → new ADJ opening batch + add stock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Quantity decrease → FIFO consume batches; fail if insufficient stock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Product MRP synced from max batch MRP after stock-in/opening batches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6364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16161"/>
                </a:solidFill>
              </a:defRPr>
            </a:pPr>
            <a:r>
              <a:t>Error: 'This product has sales records and cannot be edited or deleted.'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 Cases —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TC-1: Create product without category → FAIL 'Category is required.'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TC-2: Duplicate SKU same business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TC-3: Create with opening stock 10 but price 0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TC-4: GET /next-sku/ → returns next available SKU number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TC-5: Sell product once → try edit name → FAIL; edit MRP → PASS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TC-6: Reduce product qty below available batch stock → FAIL with current stock in message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TC-7: Delete unit referenced by product → FAIL (PROTECT)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5. Customers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Customers API — /api/customers/  (Tab: customers)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8503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GET/POST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GET/PUT/PATCH/DELETE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/&lt;id&gt;/restore/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Customers — Validations &amp;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name: REQUIRED, unique per business (case-insensitive)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mobile: REQUIRED, exactly 10 digits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address: REQUIRED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pin_code: REQUIRED, exactly 6 digits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email: optional, lowercased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company_name, company_mobile, gst_number, business_address: optional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company_mobile: if set → 10-digit validation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Frontend: company name required when 'Add company' checkbox selected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Search fields: name, company_name, mobile, email, pin_code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6364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16161"/>
                </a:solidFill>
              </a:defRPr>
            </a:pPr>
            <a:r>
              <a:t>Errors: 'Enter a valid 6-digit pin code.' | 'A customer with this name already exists.'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 Cases —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TC-1: Create without pin_code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TC-2: Pin code 12345 (5 digits)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TC-3: Duplicate customer name (case different)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TC-4: Create with company → verify Company column in list + invoice print shows Mob. No.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TC-5: Mobile with letters → stripped/rejected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6. Stock In (Purchase Invoices)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Stock In API — /api/invoicing/purchase-invoices/  (Tab: stock-in)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85039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Filters: date_from, date_to, search, invoice_number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Create with items + optional attachment (multipart)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Detail with batch_lines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HEADER ONLY — items NOT editable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Soft delete + stock reversal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Stock In — Line Item Validations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invoice_number: REQUIRED, max 50, UNIQUE per business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items: minimum 1 item required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product_id: must exist in business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quantity: must be &gt; 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purchase_price: must be ≥ 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discount, tax: optional, default 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batch_number: optional max 50; auto-gen format B{YYYYMMDD}-{vendorId|0}-{priceInPaise}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vendor_id: optional; must exist if provided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mrp: optional min 0; auto-bump if purchase_price &gt; max MRP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attachment: PDF/JPG/JPEG/PNG/WEBP/GIF, max 5 MB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Stock In — Business Rules &amp; Restrictions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Each line → creates InventoryBatch + increases aggregate stock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Line total: (qty × purchase_price) - discount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Grand total: subtotal - invoice_discount + invoice_tax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MRP logic: if purchase_price &gt; current max batch MRP → batch MRP = purchase_price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DELETE restriction: BLOCKED if any batch stock already sold (available &lt; purchased)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On delete: reverses remaining batch qty from aggregate stock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PATCH on edit: only header (number, date, remarks, attachment) — NOT line items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Barcode: auto-fills if exists; prompts generate if missing; field is readonly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6364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16161"/>
                </a:solidFill>
              </a:defRPr>
            </a:pPr>
            <a:r>
              <a:t>Error: 'Cannot delete this purchase because some stock has already been sold or used.'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 Cases — Stock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TC-1: Create with duplicate invoice_number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TC-2: Create with 0 items → FAIL 'At least one invoice item is required.'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TC-3: Upload 6MB attachment → FAIL 'File size must be 5 MB or less.'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TC-4: Upload .exe file → FAIL 'Only PDF and image files are allowed.'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TC-5: Save stock-in → verify inventory qty increased + batch created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TC-6: Partially sell batch stock → try delete stock-in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TC-7: Edit stock-in → verify line items cannot be changed (PATCH header only)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TC-8: Change vendor/cost → verify batch number auto-regenerates (unless manually edited)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7. Sales / Create Invoice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Important: Sales API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UI label 'Create Invoice' / 'Sales' maps to API: /api/purchases/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Model name: Purchase (historical naming — this is CUSTOMER SALES, not supplier purchase)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Tab permission: purchases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DELETE /&lt;id&gt;/ → 405 NOT SUPPORTED — use mark-cancelled instead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Sales API — /api/purchases/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8503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List; filter: date_from, date_to, invoice_status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Create sale (final or draft)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GET/PATCH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Detail / update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/&lt;id&gt;/finalize/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Finalize draft → deduct stock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/&lt;id&gt;/mark-paid/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Mark fully paid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GET/POST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/&lt;id&gt;/payments/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List / record payment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/&lt;id&gt;/mark-cancelled/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Cancel finalized or delete draft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Sales — Header Validations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customer_id: REQUIRED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invoice_setting_id: REQUIRED unless is_draft=true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items: REQUIRED, minimum 1 line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is_draft: default false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due_date: REQUIRED for unpaid non-draft sales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payment_amount: optional partial payment on create/finalize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payment_type_id, reference_no: optional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Sales — Line Item Validations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product_id: required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quantity: must be &gt; 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unit_price: must be ≥ 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discount_type: 'percent' or 'amount'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sale_tax_ids: optional list of tax IDs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Frontend: MRP required per row; qty cannot exceed available stock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Frontend label: 'Salon Price' (selling price field)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Same product in multiple rows → quantities aggregated for stock check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Draft vs Finalized Sale — Critical Rules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8503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Stock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Invoice #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Payments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Edit Items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NOT deducted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Empty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Not allowed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Full edit allowed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Finalized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FIFO deduct + aggregate deduct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Allocated from 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Allowed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Items IMMUTABLE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Cancelled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Restored via batch 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Kept for audit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Blocked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Sales — Payment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Draft must be finalized before recording payments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Payment amount must be &gt; 0 and cannot exceed pending bill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Payment date cannot be before last payment date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Partial payment requires next_due_date ≥ payment date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Full payment clears due date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Cancelled invoices cannot receive payments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payment_status computed: draft / cancelled / unpaid / partial / paid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Sales — Cancel &amp; Edit Restrictions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Cancel finalized: cancellation_reason REQUIRED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cancellation_date must be ≥ invoice_date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Cancel restores FIFO batch consumptions + aggregate stock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Cancel draft: soft-deletes purchase; may release last allocated invoice number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Edit finalized: line items in PATCH body → 400 error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Paid invoices: due_date changes ignored on edit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Print preview: Terms &amp; Conditions editable per print (localStorage override)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6364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16161"/>
                </a:solidFill>
              </a:defRPr>
            </a:pPr>
            <a:r>
              <a:t>Errors: 'Sale line items cannot be changed after the invoice is created.'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 Cases — Sales / Create Invoice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TC-1: Save draft → verify stock NOT reduced; no invoice number assigned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TC-2: Finalize draft with insufficient stock → FAIL at finalize step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TC-3: Create final sale → stock reduced FIFO (oldest batch first)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TC-4: Multi-row same product exceeding total stock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TC-5: Partial payment without next_due_date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TC-6: Payment amount &gt; pending bill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TC-7: Cancel finalized with empty reason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TC-8: Cancel with date before invoice date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TC-9: PATCH finalized sale with items array → 400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TC-10: Verify invoice print: Mob. No. label, company contact, GST breakdown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8. Inventory &amp; FIFO Batches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Inventory APIs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8503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Stock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/api/inventory/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inventory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Profit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/api/inventory/profit-summary/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inventory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/api/invoicing/batches/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inventory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FIFO &amp; Batch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Batch created on: Stock In line, Product opening stock, Product qty increase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Batch fields: purchased_quantity, available_quantity, purchase_price, mrp, batch_number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FIFO consume order: created_at ASC, then id ASC (oldest first)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On sale finalize: BatchConsumption records linked to PurchaseItem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Profit per slice: (selling_price - batch.purchase_price) × qty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If aggregate stock &gt; 0 but no batches → auto-creates OPEN batch on sale check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Inventory list default filter: in_stock=true (qty &gt; 0)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 Cases — Inventory &amp; FIFO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TC-1: Stock-in 2 batches same product at different costs → sell → verify oldest consumed first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TC-2: Check batch_lines on purchase invoice detail API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TC-3: Verify profit-summary KPIs after sales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TC-4: Filter inventory in_stock=false → shows zero-stock products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TC-5: Cancel sale → verify batch available_quantity restored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9. Barcode Management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Barcode API — /api/settings/barcodes/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85039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GET/POST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Paginated: default 100/page, max 5000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/bulk-generate/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One barcode per SKU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GET/PUT/PATCH/DELETE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CRUD + soft delete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/&lt;id&gt;/restore/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Restore deleted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Barcode — Validations &amp; Restrictions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ONE barcode per SKU — enforced backend + frontend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value: REQUIRED, max 100, unique per business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Bulk generate: product must have non-empty SKU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Value format: YYYYMMDD + 4-digit random suffix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DELETE BLOCKED if product used in any purchase invoice (stock-in)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Cannot reassign barcode to different product if already assigned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Generate from Stock In: opens modal if product has no barcode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Reprint tab: SKU dropdown (not barcode number input); qty 1–500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Barcode field on Stock In: readonly text input (no manual + button)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63640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16161"/>
                </a:solidFill>
              </a:defRPr>
            </a:pPr>
            <a:r>
              <a:t>Error: 'This barcode cannot be deleted because the product was used in a purchase invoice.'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Test Cases — Barcodes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TC-1: Bulk generate for SKU → success; generate again same SKU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TC-2: Generate barcode without SKU on product →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TC-3: Delete barcode after stock-in uses product → FAIL; UI hides delete button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TC-4: Reprint with invalid qty 0 or 501 → validation error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TC-5: Stock-in product without barcode → modal auto-opens for generation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TC-6: Verify barcode auto-fills on stock-in line after generation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10. Global API Conventions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Pagination &amp; List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Query params: page (default 1), page_size (default 10, max 100; barcodes max 5000)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search: case-insensitive across module search_fields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ordering: field name; prefix '-' for descending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include_deleted=true: shows soft-deleted records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Response: { isSuccess, message, data: { items: [], pagination: { count, page, page_size, total_pages, has_next, has_previous } } 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Soft Delete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DELETE /&lt;id&gt;/ → sets is_deleted=true, is_active=false, deleted_at, deleted_by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Default queries exclude soft-deleted (ActiveManager)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POST /&lt;id&gt;/restore/ on: catalog, customers, settings entities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Active duplicate name check still applies after restore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Cross-Module Restrictions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All APIs scoped by X-Business-Id header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Tab permission required per viewset (role → allowed_tabs)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Product with sales → edit MRP/sale_price only; no delete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FIFO on: sale finalize, product qty decrease, cancel restores stock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Invoice numbering: shared atomic counter on InvoiceSetting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Unit FK PROTECT → cannot delete unit used by products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Sale DELETE → 405; use mark-cancelled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Stock-in DELETE → only if no batch stock consumed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11. End-to-End Test Flows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E2E Flow A — Full Setup to First 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1. Register → Admin approves → Login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2. Create business profile (name, phone, GST)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3. Settings: add tax, invoice setting (year/prefix/counter)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4. Catalog: unit, category, brand, vendor, payment type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5. Product: create with SKU, category, unit, MRP → generate barcode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6. Customer: name, mobile, address, 6-digit pin code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7. Stock In: vendor, invoice#, add product line, cost, save → verify stock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8. Create Invoice: customer, products, finalize → verify stock reduced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9. Print preview → verify invoice number, GST, terms, Mob. No.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10. Record partial payment → verify pending bill + next due date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E2E Flow B — Draft, Cancel &amp;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1. Create draft sale → verify no stock change, no invoice number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2. Edit draft (add/remove lines) → finalize → stock deducts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3. Create sale → cancel with reason → stock restored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4. Stock-in → partial sell → try delete stock-in → must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5. Sell product → try delete product → must FAIL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6. Sell product → edit MRP only → must PASS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7. Invoice series at end_counter → next sale rolls to new year series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E2E Flow C — Barcode &amp; Stock-In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1. Create product without barcode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2. Open Stock In → add product line → generate barcode modal opens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3. Generate → barcode fills readonly field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4. Save stock-in → batch created with auto batch number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5. Go to Settings → Barcode → Reprint tab → select SKU → print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6. Try delete barcode → FAIL (product used in stock-in)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12. UI Pages Reference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Frontend Routes (Manual UI Testing)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8503920" cy="5440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1960"/>
                <a:gridCol w="4251960"/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Page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URL Path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/login/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/register/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/dashboard/products/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/dashboard/units/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/dashboard/categories/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Brands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/dashboard/brands/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Vendors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/dashboard/vendors/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/dashboard/inventory/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Stock 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/dashboard/stock-in/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Create Invoice (Sales)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/dashboard/purchases/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/dashboard/customers/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Business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/dashboard/business/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Tax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/dashboard/settings/tax/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Invoice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/dashboard/settings/invoice/</a:t>
                      </a:r>
                    </a:p>
                  </a:txBody>
                  <a:tcPr/>
                </a:tc>
              </a:tr>
              <a:tr h="32005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Barcode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/dashboard/settings/barcode/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13. Regression Checklist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Pre-Release Regression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8321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Auth: login/logout, inactive user block, password validation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Business profile save with logo upload/clear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All catalog CRUD + soft delete + restore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Product create/edit/delete rules (with/without sales)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Customer pin_code 6-digit validation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Stock-in create/edit/delete with attachment limits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Batch creation and MRP auto-bump logic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Sale draft → finalize → payment → cancel cycle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FIFO stock deduction and restoration on cancel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Invoice numbering and series rollover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Barcode one-per-SKU and delete protection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Print preview: terms edit, Mob. No., company block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Pagination, search, ordering on all list pages</a:t>
            </a:r>
          </a:p>
          <a:p>
            <a:pPr>
              <a:spcAft>
                <a:spcPts val="600"/>
              </a:spcAft>
              <a:defRPr sz="1300">
                <a:solidFill>
                  <a:srgbClr val="212121"/>
                </a:solidFill>
              </a:defRPr>
            </a:pPr>
            <a:r>
              <a:t>☐ Staff role tab permissions (403 on restricted tabs)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End of Tester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DailyBasket Billing System</a:t>
            </a:r>
            <a:br/>
            <a:r>
              <a:t>Refer to API docs and codebase for latest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